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82296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18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523770"/>
            <a:ext cx="6172200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1680951"/>
            <a:ext cx="6172200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4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7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797878"/>
            <a:ext cx="7098030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2141750"/>
            <a:ext cx="7098030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82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75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851959"/>
            <a:ext cx="349758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851959"/>
            <a:ext cx="349758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16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170392"/>
            <a:ext cx="7098030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7" y="784543"/>
            <a:ext cx="3481506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7" y="1169035"/>
            <a:ext cx="348150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784543"/>
            <a:ext cx="3498652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1169035"/>
            <a:ext cx="3498652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8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66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0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213360"/>
            <a:ext cx="2654260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460799"/>
            <a:ext cx="4166235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960120"/>
            <a:ext cx="2654260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21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213360"/>
            <a:ext cx="2654260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460799"/>
            <a:ext cx="4166235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960120"/>
            <a:ext cx="2654260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8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86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7" y="170392"/>
            <a:ext cx="1774508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170392"/>
            <a:ext cx="5220653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2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170392"/>
            <a:ext cx="7098030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851959"/>
            <a:ext cx="7098030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2966297"/>
            <a:ext cx="185166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549EB-1643-42AA-8E67-B8A8480E637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2966297"/>
            <a:ext cx="277749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2966297"/>
            <a:ext cx="185166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28AD9-C12A-4F3D-8CE8-5F632B9B4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8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B21541-BE8B-A1D2-C952-DE2BA0AAF73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35371" y="1697023"/>
            <a:ext cx="1337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1C0F57-67D4-BF4B-8AE7-948E126FA0FF}"/>
                  </a:ext>
                </a:extLst>
              </p:cNvPr>
              <p:cNvSpPr/>
              <p:nvPr/>
            </p:nvSpPr>
            <p:spPr>
              <a:xfrm>
                <a:off x="1472549" y="327883"/>
                <a:ext cx="1012724" cy="5948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1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1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1C0F57-67D4-BF4B-8AE7-948E126FA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549" y="327883"/>
                <a:ext cx="1012724" cy="5948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6A8140-11B3-B4A9-C728-E99BA2B936BF}"/>
                  </a:ext>
                </a:extLst>
              </p:cNvPr>
              <p:cNvSpPr txBox="1"/>
              <p:nvPr/>
            </p:nvSpPr>
            <p:spPr>
              <a:xfrm>
                <a:off x="159946" y="1288992"/>
                <a:ext cx="589933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1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6A8140-11B3-B4A9-C728-E99BA2B93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46" y="1288992"/>
                <a:ext cx="589933" cy="369460"/>
              </a:xfrm>
              <a:prstGeom prst="rect">
                <a:avLst/>
              </a:prstGeom>
              <a:blipFill>
                <a:blip r:embed="rId3"/>
                <a:stretch>
                  <a:fillRect r="-5155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DC080C8-770C-068D-76AB-8CFE7B9A7769}"/>
                  </a:ext>
                </a:extLst>
              </p:cNvPr>
              <p:cNvSpPr/>
              <p:nvPr/>
            </p:nvSpPr>
            <p:spPr>
              <a:xfrm>
                <a:off x="1472549" y="1399608"/>
                <a:ext cx="1012724" cy="5948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1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1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80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DC080C8-770C-068D-76AB-8CFE7B9A77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549" y="1399608"/>
                <a:ext cx="1012724" cy="594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735F81D-D186-A951-1385-F31CCEAFE86E}"/>
              </a:ext>
            </a:extLst>
          </p:cNvPr>
          <p:cNvCxnSpPr>
            <a:cxnSpLocks/>
            <a:endCxn id="6" idx="1"/>
          </p:cNvCxnSpPr>
          <p:nvPr/>
        </p:nvCxnSpPr>
        <p:spPr>
          <a:xfrm rot="5400000" flipH="1" flipV="1">
            <a:off x="681060" y="905530"/>
            <a:ext cx="1071715" cy="5112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39F5B29-FFB9-939B-1DF6-8A8B759C4C38}"/>
                  </a:ext>
                </a:extLst>
              </p:cNvPr>
              <p:cNvSpPr/>
              <p:nvPr/>
            </p:nvSpPr>
            <p:spPr>
              <a:xfrm>
                <a:off x="1472549" y="2471315"/>
                <a:ext cx="1012724" cy="5948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1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1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39F5B29-FFB9-939B-1DF6-8A8B759C4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549" y="2471315"/>
                <a:ext cx="1012724" cy="5948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819DBF6-5426-E205-EC0E-2FC5B57AC285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681060" y="1977245"/>
            <a:ext cx="1071715" cy="5112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008E9C-F6A2-B536-94E0-FFB0001DF551}"/>
              </a:ext>
            </a:extLst>
          </p:cNvPr>
          <p:cNvGrpSpPr/>
          <p:nvPr/>
        </p:nvGrpSpPr>
        <p:grpSpPr>
          <a:xfrm>
            <a:off x="3537323" y="1483482"/>
            <a:ext cx="412958" cy="439686"/>
            <a:chOff x="4513006" y="3458043"/>
            <a:chExt cx="412955" cy="43968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4D013A1-72B3-D494-B24F-BBD8AD921546}"/>
                </a:ext>
              </a:extLst>
            </p:cNvPr>
            <p:cNvSpPr/>
            <p:nvPr/>
          </p:nvSpPr>
          <p:spPr>
            <a:xfrm>
              <a:off x="4513006" y="3458043"/>
              <a:ext cx="412955" cy="43968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82CFD11-1EA4-79DD-FBC0-1C715597449D}"/>
                </a:ext>
              </a:extLst>
            </p:cNvPr>
            <p:cNvCxnSpPr>
              <a:stCxn id="18" idx="0"/>
              <a:endCxn id="18" idx="4"/>
            </p:cNvCxnSpPr>
            <p:nvPr/>
          </p:nvCxnSpPr>
          <p:spPr>
            <a:xfrm>
              <a:off x="4719484" y="3458043"/>
              <a:ext cx="0" cy="43968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C7B7C23-5680-090F-7A04-6ABC697F92E0}"/>
                </a:ext>
              </a:extLst>
            </p:cNvPr>
            <p:cNvCxnSpPr>
              <a:stCxn id="18" idx="2"/>
              <a:endCxn id="18" idx="6"/>
            </p:cNvCxnSpPr>
            <p:nvPr/>
          </p:nvCxnSpPr>
          <p:spPr>
            <a:xfrm>
              <a:off x="4513006" y="3677885"/>
              <a:ext cx="41295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11A7E42-910E-4A3A-56E5-2AF640BD22D4}"/>
              </a:ext>
            </a:extLst>
          </p:cNvPr>
          <p:cNvCxnSpPr>
            <a:stCxn id="10" idx="3"/>
            <a:endCxn id="18" idx="2"/>
          </p:cNvCxnSpPr>
          <p:nvPr/>
        </p:nvCxnSpPr>
        <p:spPr>
          <a:xfrm>
            <a:off x="2485279" y="1697036"/>
            <a:ext cx="1052051" cy="6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FCBCD3F-583D-B0A9-1394-2F2C59C925DC}"/>
              </a:ext>
            </a:extLst>
          </p:cNvPr>
          <p:cNvCxnSpPr>
            <a:stCxn id="15" idx="3"/>
            <a:endCxn id="18" idx="4"/>
          </p:cNvCxnSpPr>
          <p:nvPr/>
        </p:nvCxnSpPr>
        <p:spPr>
          <a:xfrm flipV="1">
            <a:off x="2485275" y="1923176"/>
            <a:ext cx="1258532" cy="8455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8252A06-0A87-6192-CFFA-2ACE40C8AEA5}"/>
                  </a:ext>
                </a:extLst>
              </p:cNvPr>
              <p:cNvSpPr txBox="1"/>
              <p:nvPr/>
            </p:nvSpPr>
            <p:spPr>
              <a:xfrm>
                <a:off x="3311192" y="1335386"/>
                <a:ext cx="157313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8252A06-0A87-6192-CFFA-2ACE40C8A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192" y="1335386"/>
                <a:ext cx="157313" cy="369460"/>
              </a:xfrm>
              <a:prstGeom prst="rect">
                <a:avLst/>
              </a:prstGeom>
              <a:blipFill>
                <a:blip r:embed="rId6"/>
                <a:stretch>
                  <a:fillRect r="-10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BF76E5-DA7E-CA0E-2192-DB7FEFA51B8A}"/>
                  </a:ext>
                </a:extLst>
              </p:cNvPr>
              <p:cNvSpPr txBox="1"/>
              <p:nvPr/>
            </p:nvSpPr>
            <p:spPr>
              <a:xfrm>
                <a:off x="3419346" y="1817473"/>
                <a:ext cx="157313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1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BF76E5-DA7E-CA0E-2192-DB7FEFA51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346" y="1817473"/>
                <a:ext cx="157313" cy="369460"/>
              </a:xfrm>
              <a:prstGeom prst="rect">
                <a:avLst/>
              </a:prstGeom>
              <a:blipFill>
                <a:blip r:embed="rId7"/>
                <a:stretch>
                  <a:fillRect r="-8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5FEA756-2846-752A-7B2C-7D7C7EBC7886}"/>
                  </a:ext>
                </a:extLst>
              </p:cNvPr>
              <p:cNvSpPr/>
              <p:nvPr/>
            </p:nvSpPr>
            <p:spPr>
              <a:xfrm>
                <a:off x="4972835" y="1399608"/>
                <a:ext cx="1012724" cy="5948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1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1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5FEA756-2846-752A-7B2C-7D7C7EBC7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835" y="1399608"/>
                <a:ext cx="1012724" cy="5948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CB3EEB6-7CB5-CEF8-D404-D3656C85ADC6}"/>
                  </a:ext>
                </a:extLst>
              </p:cNvPr>
              <p:cNvSpPr/>
              <p:nvPr/>
            </p:nvSpPr>
            <p:spPr>
              <a:xfrm>
                <a:off x="4967921" y="327883"/>
                <a:ext cx="1012724" cy="5948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1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1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CB3EEB6-7CB5-CEF8-D404-D3656C85AD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921" y="327883"/>
                <a:ext cx="1012724" cy="5948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31FC340F-837A-B8B2-22B2-70F29116A20C}"/>
              </a:ext>
            </a:extLst>
          </p:cNvPr>
          <p:cNvGrpSpPr/>
          <p:nvPr/>
        </p:nvGrpSpPr>
        <p:grpSpPr>
          <a:xfrm>
            <a:off x="6801635" y="1484868"/>
            <a:ext cx="412958" cy="439686"/>
            <a:chOff x="4513006" y="3458043"/>
            <a:chExt cx="412955" cy="43968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F91E65E-D459-2AAA-62C5-E97B15C756E4}"/>
                </a:ext>
              </a:extLst>
            </p:cNvPr>
            <p:cNvSpPr/>
            <p:nvPr/>
          </p:nvSpPr>
          <p:spPr>
            <a:xfrm>
              <a:off x="4513006" y="3458043"/>
              <a:ext cx="412955" cy="43968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5DBDC9-387C-795E-38A4-369307238B3A}"/>
                </a:ext>
              </a:extLst>
            </p:cNvPr>
            <p:cNvCxnSpPr>
              <a:stCxn id="33" idx="0"/>
              <a:endCxn id="33" idx="4"/>
            </p:cNvCxnSpPr>
            <p:nvPr/>
          </p:nvCxnSpPr>
          <p:spPr>
            <a:xfrm>
              <a:off x="4719484" y="3458043"/>
              <a:ext cx="0" cy="43968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8A37908-A04E-8DE1-B042-16817B9CBEDA}"/>
                </a:ext>
              </a:extLst>
            </p:cNvPr>
            <p:cNvCxnSpPr>
              <a:stCxn id="33" idx="2"/>
              <a:endCxn id="33" idx="6"/>
            </p:cNvCxnSpPr>
            <p:nvPr/>
          </p:nvCxnSpPr>
          <p:spPr>
            <a:xfrm>
              <a:off x="4513006" y="3677885"/>
              <a:ext cx="41295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52603B6-B278-3BDF-E990-F9DE48404226}"/>
                  </a:ext>
                </a:extLst>
              </p:cNvPr>
              <p:cNvSpPr txBox="1"/>
              <p:nvPr/>
            </p:nvSpPr>
            <p:spPr>
              <a:xfrm>
                <a:off x="6998287" y="1033972"/>
                <a:ext cx="157313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52603B6-B278-3BDF-E990-F9DE48404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287" y="1033972"/>
                <a:ext cx="157313" cy="369460"/>
              </a:xfrm>
              <a:prstGeom prst="rect">
                <a:avLst/>
              </a:prstGeom>
              <a:blipFill>
                <a:blip r:embed="rId10"/>
                <a:stretch>
                  <a:fillRect r="-10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9E67702-46E6-A9E3-F21F-985BABE29506}"/>
                  </a:ext>
                </a:extLst>
              </p:cNvPr>
              <p:cNvSpPr txBox="1"/>
              <p:nvPr/>
            </p:nvSpPr>
            <p:spPr>
              <a:xfrm>
                <a:off x="6531259" y="1327697"/>
                <a:ext cx="157313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1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9E67702-46E6-A9E3-F21F-985BABE29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259" y="1327697"/>
                <a:ext cx="157313" cy="369460"/>
              </a:xfrm>
              <a:prstGeom prst="rect">
                <a:avLst/>
              </a:prstGeom>
              <a:blipFill>
                <a:blip r:embed="rId11"/>
                <a:stretch>
                  <a:fillRect r="-8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93AF37-D844-76DF-400B-47017E315665}"/>
              </a:ext>
            </a:extLst>
          </p:cNvPr>
          <p:cNvCxnSpPr>
            <a:stCxn id="18" idx="6"/>
            <a:endCxn id="30" idx="1"/>
          </p:cNvCxnSpPr>
          <p:nvPr/>
        </p:nvCxnSpPr>
        <p:spPr>
          <a:xfrm flipV="1">
            <a:off x="3950286" y="1697036"/>
            <a:ext cx="1022555" cy="6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5044D62-CBC8-AE02-AF2E-61553F0A8E4D}"/>
              </a:ext>
            </a:extLst>
          </p:cNvPr>
          <p:cNvCxnSpPr>
            <a:stCxn id="31" idx="3"/>
            <a:endCxn id="33" idx="0"/>
          </p:cNvCxnSpPr>
          <p:nvPr/>
        </p:nvCxnSpPr>
        <p:spPr>
          <a:xfrm>
            <a:off x="5980646" y="625314"/>
            <a:ext cx="1027472" cy="8595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12424C1-F806-F1F2-B801-AF1C42D1812C}"/>
              </a:ext>
            </a:extLst>
          </p:cNvPr>
          <p:cNvCxnSpPr>
            <a:cxnSpLocks/>
            <a:stCxn id="30" idx="3"/>
            <a:endCxn id="33" idx="2"/>
          </p:cNvCxnSpPr>
          <p:nvPr/>
        </p:nvCxnSpPr>
        <p:spPr>
          <a:xfrm>
            <a:off x="5985567" y="1697029"/>
            <a:ext cx="816079" cy="7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12BA20A-CFD2-B223-9592-740B50CF721B}"/>
              </a:ext>
            </a:extLst>
          </p:cNvPr>
          <p:cNvCxnSpPr>
            <a:stCxn id="33" idx="6"/>
          </p:cNvCxnSpPr>
          <p:nvPr/>
        </p:nvCxnSpPr>
        <p:spPr>
          <a:xfrm>
            <a:off x="7214595" y="1704706"/>
            <a:ext cx="7275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800652C-2FD2-0660-7343-B95A48C340A5}"/>
                  </a:ext>
                </a:extLst>
              </p:cNvPr>
              <p:cNvSpPr txBox="1"/>
              <p:nvPr/>
            </p:nvSpPr>
            <p:spPr>
              <a:xfrm>
                <a:off x="7298185" y="1342756"/>
                <a:ext cx="747241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1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800652C-2FD2-0660-7343-B95A48C34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185" y="1342756"/>
                <a:ext cx="747241" cy="369460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4935A2D-3C04-566E-7238-56AE7C281FD5}"/>
              </a:ext>
            </a:extLst>
          </p:cNvPr>
          <p:cNvCxnSpPr>
            <a:stCxn id="6" idx="3"/>
            <a:endCxn id="31" idx="1"/>
          </p:cNvCxnSpPr>
          <p:nvPr/>
        </p:nvCxnSpPr>
        <p:spPr>
          <a:xfrm>
            <a:off x="2485273" y="625309"/>
            <a:ext cx="248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69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32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 .</dc:creator>
  <cp:lastModifiedBy>Admin .</cp:lastModifiedBy>
  <cp:revision>4</cp:revision>
  <dcterms:created xsi:type="dcterms:W3CDTF">2026-04-18T19:37:48Z</dcterms:created>
  <dcterms:modified xsi:type="dcterms:W3CDTF">2026-04-18T19:52:14Z</dcterms:modified>
</cp:coreProperties>
</file>